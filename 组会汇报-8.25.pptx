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478" r:id="rId2"/>
    <p:sldId id="3487" r:id="rId3"/>
    <p:sldId id="3263" r:id="rId4"/>
    <p:sldId id="3494" r:id="rId5"/>
    <p:sldId id="3500" r:id="rId6"/>
    <p:sldId id="3506" r:id="rId7"/>
    <p:sldId id="3511" r:id="rId8"/>
    <p:sldId id="3499" r:id="rId9"/>
    <p:sldId id="3512" r:id="rId10"/>
    <p:sldId id="3513" r:id="rId11"/>
    <p:sldId id="3514" r:id="rId12"/>
    <p:sldId id="3515" r:id="rId13"/>
    <p:sldId id="3505" r:id="rId14"/>
    <p:sldId id="3516" r:id="rId15"/>
    <p:sldId id="348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151E"/>
    <a:srgbClr val="E6E6E6"/>
    <a:srgbClr val="DAC292"/>
    <a:srgbClr val="D5C297"/>
    <a:srgbClr val="E0C57A"/>
    <a:srgbClr val="FFFFFF"/>
    <a:srgbClr val="760000"/>
    <a:srgbClr val="BF1717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2" autoAdjust="0"/>
    <p:restoredTop sz="96503"/>
  </p:normalViewPr>
  <p:slideViewPr>
    <p:cSldViewPr snapToGrid="0">
      <p:cViewPr varScale="1">
        <p:scale>
          <a:sx n="123" d="100"/>
          <a:sy n="123" d="100"/>
        </p:scale>
        <p:origin x="200" y="4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7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DFC0-1E69-6FC2-9434-1A448EB7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8080CF-DAA5-B29C-00F3-49AF8112E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C5EF06-DD60-FD61-D4CD-F03C287A6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F5637-2B0B-9550-3578-77087BA82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372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E2D55-D6BE-4B45-5AAB-C22718ED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23B724-9A05-50FA-8847-F54952644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95AA59-3394-0733-7266-04616FB7B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AF3038-A2A4-658E-038F-6B96559CD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499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7998-3363-573D-29EC-CE15D43A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331862-C53B-D78E-5894-C380901BC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A75B31-2BB0-1D43-19BC-C4D33821C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490312-1564-FCED-21D0-248A1557F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83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CD81A-FEDC-578C-685B-FEA7B6B1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7E7640-429D-72E0-09F4-DF9F6B4D6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00AF1F-06C3-DBFA-2B04-5CC410E86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F3D38-3A8E-40EF-C4CA-B9BBB2FD5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265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62DE-37EC-9BC6-45B2-F346EE5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DA1B2E-E725-836C-973A-8FD5AB991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9113C2-5904-6914-BDB1-E356D35BD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9FF58D-7B27-BB4E-8FEE-B29B7AAAB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639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2990-3142-B60B-16AB-6C6500DC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8355D9-4CD6-EB27-351B-60D1376FD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912475-769A-B6D8-0E2F-E3BE1A863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CA7E5-598C-3977-783A-319F5BA3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150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919BE-8A23-93C3-CF39-631C0DEC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996FB-322D-3ADC-F3B9-0D4F3B1D8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8A62F1-2891-E5BC-85D8-F4FB0F1EB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E876CC-7F76-8BF2-46F5-866785A49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245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5584-3C60-D887-FA40-6EDE3CAB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A03017-431A-4EDC-0600-2DC3D6A1C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B3AB8B-12A8-F47C-216A-A958E8E7B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9B34D-B035-4445-100A-D522FC86F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312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A0932-E813-E248-F3A7-EF1EE7D3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B096A6-59D3-9FA9-2EA5-26709F8D2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EE2C9-CC39-492C-DD9C-53573BAD8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E1F7CF-BAAB-54ED-EE50-E600BFFA4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7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983E715-F69F-048C-5E77-ABBCD05EC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788" y="91369"/>
            <a:ext cx="1971153" cy="46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3427D-3720-E33D-014A-690A46340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C8E254-45F4-217B-F8DC-9FE3A9629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F3995-6CFD-B4ED-E490-416918EF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EEAFB-D33F-78B4-87CA-1F9B21D3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310734-F5F3-4B11-36AC-7784AB25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13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765DC-8916-742A-9F7B-52CA4AA3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8CD1A-8361-1B0F-F527-FE9C9B3AE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924F11-CD91-EFCF-C85F-8421BCAE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7519B-233A-29A2-5A76-4C633CD4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F9033-E1F5-6558-6157-3CEE871D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F3588-CFCB-E987-A09B-F04C125F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9F3821-3675-68D5-7CBB-7D13FFD6C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79742E-BF29-4B3C-9354-EAAABE63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03393-5E48-5493-9E89-F8392CCF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6076C-7F57-BF1D-4BF7-9A243E11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F1E4F-6369-D767-FFB9-9C279850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03D14-BEF3-9412-1C98-CD7579DBF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C78879-0D29-5532-990E-9A2D538F0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C76E8F-159C-1C6F-E554-8C33C14C5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7A6CB-6E5E-6104-F6EB-CE9C000A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E6DFB6-DDD6-5C68-9BF3-48C67CA3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91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28128-9598-BEA7-A141-62D66FC7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E6FDE-1691-FCA5-E09C-A8CBA769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B47825-CD5A-70B3-4828-A91506CFC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A07D8D-DAEB-0980-3B09-33566988B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29B871-FC8D-820A-D2DF-156FB9FA2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24AA1-C6F3-4B95-5146-37DE79E2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118108-225F-035F-9ED9-5A3DF611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E49D67-5A94-F883-6CBB-E948663A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08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2088F-CE99-9511-0D58-10E7E09E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879943-A461-7788-D5B7-C363818D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53E2A4-C241-DAA6-95EF-1FFF978F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49107C-F8C6-1ADF-2A11-44DEFC43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96EB5C-8303-F2E5-290E-E1DFAE6D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D07CFE-038F-8BEC-C7F9-162B7109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55A54-AF1C-0664-A191-3AE03DD3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92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DD037-084D-5969-BDB0-96B4B4EF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B3A36-225F-B5F9-1F60-A79DBC0F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96FBC-B11A-4F98-4AFA-6A072DA9E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35D4C0-E652-D285-ADF5-827630B3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379900-84B9-7D53-6692-D834249F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35CB51-E9F7-A2E6-DEB8-994A71B9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69955-819F-38B7-A53C-C3F08357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3ED81C5-6AF7-5843-B499-0EF33F1FA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435D13-F454-0133-2F68-3249D1132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4D39C8-89D2-4D38-03F9-C244F4FF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44B0DE-81D4-2C66-06FB-59398358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3BB67-BFAE-A1B5-692A-7356D5BC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6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8A812-675F-F0BC-CE7F-9232840F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488E5E-51CA-9BF5-7DE3-0C1963F38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A9526-37CC-3152-4B7C-43A5576A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DCAA-620D-8487-49EC-D32BB2D5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21FA31-8498-65F7-3955-7080E6DD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19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383B8D-1FAC-EF7F-70E6-02912B47D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96993-A809-AA53-5A6B-93659EC5B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5B41A-DECD-A1B5-9843-B8BFA54E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A3E5A-88F5-60A5-5665-D032486E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E67B-BBB7-A134-E165-43C78B27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3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AE946E-D222-3903-1FCD-FD2389A1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2A419-1478-87FC-25A2-2D28EDB1A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680261-63AD-2E7D-1C09-742241948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33230-5999-95D8-8346-2E0D62B2A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8E8B0-DDAB-1BF8-21C1-2D6726767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09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10C7-8FF6-9E71-2B71-3D24C840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7541D40F-478E-993A-B67B-E6ECD5811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31" b="26831"/>
          <a:stretch/>
        </p:blipFill>
        <p:spPr>
          <a:xfrm>
            <a:off x="-973" y="-18641"/>
            <a:ext cx="12192000" cy="2711737"/>
          </a:xfrm>
          <a:custGeom>
            <a:avLst/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close/>
              </a:path>
            </a:pathLst>
          </a:cu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4138DC1-C1B8-5B16-6A34-4A0B60FFE7AA}"/>
              </a:ext>
            </a:extLst>
          </p:cNvPr>
          <p:cNvSpPr txBox="1"/>
          <p:nvPr/>
        </p:nvSpPr>
        <p:spPr>
          <a:xfrm>
            <a:off x="2021808" y="3258644"/>
            <a:ext cx="81483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志之所趋，无远弗届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36F3F0-3699-E667-A791-9C7453BAF3D5}"/>
              </a:ext>
            </a:extLst>
          </p:cNvPr>
          <p:cNvSpPr txBox="1"/>
          <p:nvPr/>
        </p:nvSpPr>
        <p:spPr>
          <a:xfrm>
            <a:off x="3789584" y="4914123"/>
            <a:ext cx="4608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西安电子科技大学研究生组会汇报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8541060-D1B9-7495-A354-F11199B6D192}"/>
              </a:ext>
            </a:extLst>
          </p:cNvPr>
          <p:cNvCxnSpPr>
            <a:cxnSpLocks/>
          </p:cNvCxnSpPr>
          <p:nvPr/>
        </p:nvCxnSpPr>
        <p:spPr>
          <a:xfrm>
            <a:off x="2136000" y="4652442"/>
            <a:ext cx="7920000" cy="0"/>
          </a:xfrm>
          <a:prstGeom prst="straightConnector1">
            <a:avLst/>
          </a:prstGeom>
          <a:ln w="19050">
            <a:solidFill>
              <a:schemeClr val="accent1">
                <a:alpha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0BCF0E-FE8F-63ED-61C0-167935E818B4}"/>
              </a:ext>
            </a:extLst>
          </p:cNvPr>
          <p:cNvSpPr/>
          <p:nvPr/>
        </p:nvSpPr>
        <p:spPr>
          <a:xfrm rot="10800000" flipH="1" flipV="1">
            <a:off x="5189183" y="5758431"/>
            <a:ext cx="1800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曾靖</a:t>
            </a:r>
            <a:endParaRPr lang="zh-CN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3B5C13B7-3D9B-F9C6-3371-D621101AC83C}"/>
              </a:ext>
            </a:extLst>
          </p:cNvPr>
          <p:cNvSpPr/>
          <p:nvPr/>
        </p:nvSpPr>
        <p:spPr>
          <a:xfrm>
            <a:off x="-6817" y="-18641"/>
            <a:ext cx="12192000" cy="2711737"/>
          </a:xfrm>
          <a:custGeom>
            <a:avLst/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  <a:gd name="connsiteX7" fmla="*/ 0 w 12192000"/>
              <a:gd name="connsiteY7" fmla="*/ 0 h 2711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64F429-692A-6E22-0724-698110AC6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7084" y="1099569"/>
            <a:ext cx="4097833" cy="960947"/>
          </a:xfrm>
          <a:prstGeom prst="rect">
            <a:avLst/>
          </a:prstGeom>
        </p:spPr>
      </p:pic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8D77571-8213-FCAE-87A2-A7FA993FE5FF}"/>
              </a:ext>
            </a:extLst>
          </p:cNvPr>
          <p:cNvSpPr/>
          <p:nvPr/>
        </p:nvSpPr>
        <p:spPr>
          <a:xfrm>
            <a:off x="-3895" y="1654796"/>
            <a:ext cx="12192000" cy="1179498"/>
          </a:xfrm>
          <a:custGeom>
            <a:avLst/>
            <a:gdLst>
              <a:gd name="connsiteX0" fmla="*/ 12192000 w 12192000"/>
              <a:gd name="connsiteY0" fmla="*/ 0 h 1179498"/>
              <a:gd name="connsiteX1" fmla="*/ 12192000 w 12192000"/>
              <a:gd name="connsiteY1" fmla="*/ 306336 h 1179498"/>
              <a:gd name="connsiteX2" fmla="*/ 12168411 w 12192000"/>
              <a:gd name="connsiteY2" fmla="*/ 315093 h 1179498"/>
              <a:gd name="connsiteX3" fmla="*/ 6095513 w 12192000"/>
              <a:gd name="connsiteY3" fmla="*/ 1179498 h 1179498"/>
              <a:gd name="connsiteX4" fmla="*/ 22615 w 12192000"/>
              <a:gd name="connsiteY4" fmla="*/ 315093 h 1179498"/>
              <a:gd name="connsiteX5" fmla="*/ 0 w 12192000"/>
              <a:gd name="connsiteY5" fmla="*/ 306697 h 1179498"/>
              <a:gd name="connsiteX6" fmla="*/ 0 w 12192000"/>
              <a:gd name="connsiteY6" fmla="*/ 429 h 1179498"/>
              <a:gd name="connsiteX7" fmla="*/ 22615 w 12192000"/>
              <a:gd name="connsiteY7" fmla="*/ 10396 h 1179498"/>
              <a:gd name="connsiteX8" fmla="*/ 6095513 w 12192000"/>
              <a:gd name="connsiteY8" fmla="*/ 1036510 h 1179498"/>
              <a:gd name="connsiteX9" fmla="*/ 12168411 w 12192000"/>
              <a:gd name="connsiteY9" fmla="*/ 10396 h 1179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179498">
                <a:moveTo>
                  <a:pt x="12192000" y="0"/>
                </a:moveTo>
                <a:lnTo>
                  <a:pt x="12192000" y="306336"/>
                </a:lnTo>
                <a:lnTo>
                  <a:pt x="12168411" y="315093"/>
                </a:lnTo>
                <a:cubicBezTo>
                  <a:pt x="10667634" y="846116"/>
                  <a:pt x="8502636" y="1179498"/>
                  <a:pt x="6095513" y="1179498"/>
                </a:cubicBezTo>
                <a:cubicBezTo>
                  <a:pt x="3688390" y="1179498"/>
                  <a:pt x="1523392" y="846116"/>
                  <a:pt x="22615" y="315093"/>
                </a:cubicBezTo>
                <a:lnTo>
                  <a:pt x="0" y="306697"/>
                </a:lnTo>
                <a:lnTo>
                  <a:pt x="0" y="429"/>
                </a:lnTo>
                <a:lnTo>
                  <a:pt x="22615" y="10396"/>
                </a:lnTo>
                <a:cubicBezTo>
                  <a:pt x="1523392" y="640760"/>
                  <a:pt x="3688390" y="1036510"/>
                  <a:pt x="6095513" y="1036510"/>
                </a:cubicBezTo>
                <a:cubicBezTo>
                  <a:pt x="8502636" y="1036510"/>
                  <a:pt x="10667634" y="640760"/>
                  <a:pt x="12168411" y="10396"/>
                </a:cubicBez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453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0D6F-0398-CDCE-3D06-CBB2C2C0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73DF22DA-883E-DD43-60DE-224AC1EA22F3}"/>
              </a:ext>
            </a:extLst>
          </p:cNvPr>
          <p:cNvSpPr/>
          <p:nvPr/>
        </p:nvSpPr>
        <p:spPr>
          <a:xfrm>
            <a:off x="-1" y="0"/>
            <a:ext cx="3889034" cy="6858001"/>
          </a:xfrm>
          <a:custGeom>
            <a:avLst/>
            <a:gdLst>
              <a:gd name="connsiteX0" fmla="*/ 1177297 w 3889034"/>
              <a:gd name="connsiteY0" fmla="*/ 0 h 6858001"/>
              <a:gd name="connsiteX1" fmla="*/ 2852524 w 3889034"/>
              <a:gd name="connsiteY1" fmla="*/ 0 h 6858001"/>
              <a:gd name="connsiteX2" fmla="*/ 2862920 w 3889034"/>
              <a:gd name="connsiteY2" fmla="*/ 13269 h 6858001"/>
              <a:gd name="connsiteX3" fmla="*/ 3889034 w 3889034"/>
              <a:gd name="connsiteY3" fmla="*/ 3429274 h 6858001"/>
              <a:gd name="connsiteX4" fmla="*/ 2862920 w 3889034"/>
              <a:gd name="connsiteY4" fmla="*/ 6845279 h 6858001"/>
              <a:gd name="connsiteX5" fmla="*/ 2852953 w 3889034"/>
              <a:gd name="connsiteY5" fmla="*/ 6858000 h 6858001"/>
              <a:gd name="connsiteX6" fmla="*/ 2472267 w 3889034"/>
              <a:gd name="connsiteY6" fmla="*/ 6858000 h 6858001"/>
              <a:gd name="connsiteX7" fmla="*/ 2472267 w 3889034"/>
              <a:gd name="connsiteY7" fmla="*/ 6858001 h 6858001"/>
              <a:gd name="connsiteX8" fmla="*/ 0 w 3889034"/>
              <a:gd name="connsiteY8" fmla="*/ 6858001 h 6858001"/>
              <a:gd name="connsiteX9" fmla="*/ 0 w 3889034"/>
              <a:gd name="connsiteY9" fmla="*/ 1 h 6858001"/>
              <a:gd name="connsiteX10" fmla="*/ 1177297 w 3889034"/>
              <a:gd name="connsiteY10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89034" h="6858001">
                <a:moveTo>
                  <a:pt x="1177297" y="0"/>
                </a:moveTo>
                <a:lnTo>
                  <a:pt x="2852524" y="0"/>
                </a:lnTo>
                <a:lnTo>
                  <a:pt x="2862920" y="13269"/>
                </a:lnTo>
                <a:cubicBezTo>
                  <a:pt x="3493284" y="857456"/>
                  <a:pt x="3889034" y="2075267"/>
                  <a:pt x="3889034" y="3429274"/>
                </a:cubicBezTo>
                <a:cubicBezTo>
                  <a:pt x="3889034" y="4783280"/>
                  <a:pt x="3493284" y="6001092"/>
                  <a:pt x="2862920" y="6845279"/>
                </a:cubicBezTo>
                <a:lnTo>
                  <a:pt x="2852953" y="6858000"/>
                </a:lnTo>
                <a:lnTo>
                  <a:pt x="2472267" y="6858000"/>
                </a:lnTo>
                <a:lnTo>
                  <a:pt x="2472267" y="6858001"/>
                </a:lnTo>
                <a:lnTo>
                  <a:pt x="0" y="6858001"/>
                </a:lnTo>
                <a:lnTo>
                  <a:pt x="0" y="1"/>
                </a:lnTo>
                <a:lnTo>
                  <a:pt x="1177297" y="1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15D2C0-A57B-C619-31E7-B781B5DAC08E}"/>
              </a:ext>
            </a:extLst>
          </p:cNvPr>
          <p:cNvSpPr txBox="1"/>
          <p:nvPr/>
        </p:nvSpPr>
        <p:spPr>
          <a:xfrm>
            <a:off x="813508" y="2495171"/>
            <a:ext cx="1997246" cy="12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E3E074-33FB-6392-BE69-92F001CC9428}"/>
              </a:ext>
            </a:extLst>
          </p:cNvPr>
          <p:cNvSpPr txBox="1"/>
          <p:nvPr/>
        </p:nvSpPr>
        <p:spPr>
          <a:xfrm>
            <a:off x="947312" y="3752717"/>
            <a:ext cx="1816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spc="3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pc="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17BFA6B-D0D1-94EC-E02F-1BC6A58C36B1}"/>
              </a:ext>
            </a:extLst>
          </p:cNvPr>
          <p:cNvGrpSpPr/>
          <p:nvPr/>
        </p:nvGrpSpPr>
        <p:grpSpPr>
          <a:xfrm>
            <a:off x="5440751" y="1528518"/>
            <a:ext cx="4185553" cy="966653"/>
            <a:chOff x="5341377" y="1090674"/>
            <a:chExt cx="4185553" cy="96665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EE4A7F9-F068-417C-6C29-080BDC76FE41}"/>
                </a:ext>
              </a:extLst>
            </p:cNvPr>
            <p:cNvGrpSpPr/>
            <p:nvPr/>
          </p:nvGrpSpPr>
          <p:grpSpPr>
            <a:xfrm>
              <a:off x="5341377" y="1216611"/>
              <a:ext cx="684000" cy="684000"/>
              <a:chOff x="4985777" y="1271596"/>
              <a:chExt cx="684000" cy="684000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23F9EAE1-C0A2-47D4-FBFC-DBDBCF00C868}"/>
                  </a:ext>
                </a:extLst>
              </p:cNvPr>
              <p:cNvSpPr/>
              <p:nvPr/>
            </p:nvSpPr>
            <p:spPr>
              <a:xfrm>
                <a:off x="4985777" y="1271596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1AE6449-CB16-4741-8BEB-A6B3060AE1BE}"/>
                  </a:ext>
                </a:extLst>
              </p:cNvPr>
              <p:cNvSpPr txBox="1"/>
              <p:nvPr/>
            </p:nvSpPr>
            <p:spPr>
              <a:xfrm>
                <a:off x="5059755" y="1382764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1C28AB3-4116-BCDA-1D48-AC1E9A9E1B00}"/>
                </a:ext>
              </a:extLst>
            </p:cNvPr>
            <p:cNvGrpSpPr/>
            <p:nvPr/>
          </p:nvGrpSpPr>
          <p:grpSpPr>
            <a:xfrm>
              <a:off x="6264498" y="1090674"/>
              <a:ext cx="3262432" cy="966653"/>
              <a:chOff x="6264498" y="1090674"/>
              <a:chExt cx="3262432" cy="96665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274A02C-DA2D-B3E8-12B6-638A9F0167CF}"/>
                  </a:ext>
                </a:extLst>
              </p:cNvPr>
              <p:cNvSpPr txBox="1"/>
              <p:nvPr/>
            </p:nvSpPr>
            <p:spPr>
              <a:xfrm>
                <a:off x="6264499" y="1090674"/>
                <a:ext cx="27319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spc="3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DSOCOL</a:t>
                </a:r>
                <a:r>
                  <a:rPr lang="zh-CN" altLang="en-US" sz="2800" b="1" spc="3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</a:t>
                </a:r>
                <a:endParaRPr lang="zh-CN" altLang="en-US" sz="2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6315B21-0BE9-7C8C-10A2-40FCEFD4E5EA}"/>
                  </a:ext>
                </a:extLst>
              </p:cNvPr>
              <p:cNvSpPr txBox="1"/>
              <p:nvPr/>
            </p:nvSpPr>
            <p:spPr>
              <a:xfrm>
                <a:off x="6264498" y="1657217"/>
                <a:ext cx="32624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accent1">
                        <a:alpha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多目标优化算法阅读与复现</a:t>
                </a: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D408C07-D700-5B46-251A-63A3DA12386E}"/>
              </a:ext>
            </a:extLst>
          </p:cNvPr>
          <p:cNvGrpSpPr/>
          <p:nvPr/>
        </p:nvGrpSpPr>
        <p:grpSpPr>
          <a:xfrm>
            <a:off x="5440751" y="2822213"/>
            <a:ext cx="3877776" cy="937920"/>
            <a:chOff x="5341377" y="2372718"/>
            <a:chExt cx="3877776" cy="93792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AB868D8-04F6-97C7-41C4-C92669A492DA}"/>
                </a:ext>
              </a:extLst>
            </p:cNvPr>
            <p:cNvGrpSpPr/>
            <p:nvPr/>
          </p:nvGrpSpPr>
          <p:grpSpPr>
            <a:xfrm>
              <a:off x="5341377" y="2499678"/>
              <a:ext cx="684000" cy="684000"/>
              <a:chOff x="4985777" y="2522375"/>
              <a:chExt cx="684000" cy="684000"/>
            </a:xfrm>
          </p:grpSpPr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1CE06CC9-70C7-C779-5C2D-676D8D61655E}"/>
                  </a:ext>
                </a:extLst>
              </p:cNvPr>
              <p:cNvSpPr/>
              <p:nvPr/>
            </p:nvSpPr>
            <p:spPr>
              <a:xfrm>
                <a:off x="4985777" y="2522375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BF4C3E0-EE02-3504-A85F-C50F3A887194}"/>
                  </a:ext>
                </a:extLst>
              </p:cNvPr>
              <p:cNvSpPr txBox="1"/>
              <p:nvPr/>
            </p:nvSpPr>
            <p:spPr>
              <a:xfrm>
                <a:off x="5046692" y="263354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FE53389-67CC-DF8F-366E-5185469FD37E}"/>
                </a:ext>
              </a:extLst>
            </p:cNvPr>
            <p:cNvGrpSpPr/>
            <p:nvPr/>
          </p:nvGrpSpPr>
          <p:grpSpPr>
            <a:xfrm>
              <a:off x="6264498" y="2372718"/>
              <a:ext cx="2954655" cy="937920"/>
              <a:chOff x="6264498" y="2372718"/>
              <a:chExt cx="2954655" cy="937920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FD7370B-1087-EC9F-8F76-E186F20605B4}"/>
                  </a:ext>
                </a:extLst>
              </p:cNvPr>
              <p:cNvSpPr txBox="1"/>
              <p:nvPr/>
            </p:nvSpPr>
            <p:spPr>
              <a:xfrm>
                <a:off x="6264499" y="2372718"/>
                <a:ext cx="25165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spc="3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CCMTO</a:t>
                </a:r>
                <a:r>
                  <a:rPr lang="zh-CN" altLang="en-US" sz="2800" b="1" spc="3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</a:t>
                </a:r>
                <a:endParaRPr lang="zh-CN" altLang="en-US" sz="2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6041DAB-B97F-2E13-B2B6-5E7D17EFC593}"/>
                  </a:ext>
                </a:extLst>
              </p:cNvPr>
              <p:cNvSpPr txBox="1"/>
              <p:nvPr/>
            </p:nvSpPr>
            <p:spPr>
              <a:xfrm>
                <a:off x="6264498" y="2941306"/>
                <a:ext cx="2954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accent1">
                        <a:alpha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大规模优化算法阅读与复现</a:t>
                </a:r>
                <a:endParaRPr lang="zh-CN" altLang="en-US" sz="2000" dirty="0">
                  <a:solidFill>
                    <a:schemeClr val="accent1">
                      <a:alpha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8989CB0-899E-6B39-CC53-B9BEAF9F5D28}"/>
              </a:ext>
            </a:extLst>
          </p:cNvPr>
          <p:cNvGrpSpPr/>
          <p:nvPr/>
        </p:nvGrpSpPr>
        <p:grpSpPr>
          <a:xfrm>
            <a:off x="5440751" y="4117953"/>
            <a:ext cx="3095512" cy="968287"/>
            <a:chOff x="5341377" y="3581950"/>
            <a:chExt cx="3095512" cy="968287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120FA47-4B25-3267-1D79-67EA81956843}"/>
                </a:ext>
              </a:extLst>
            </p:cNvPr>
            <p:cNvGrpSpPr/>
            <p:nvPr/>
          </p:nvGrpSpPr>
          <p:grpSpPr>
            <a:xfrm>
              <a:off x="5341377" y="3708704"/>
              <a:ext cx="684000" cy="684000"/>
              <a:chOff x="4985777" y="3681273"/>
              <a:chExt cx="684000" cy="684000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A942DADA-9C1D-F2FF-98FD-0BF345D20337}"/>
                  </a:ext>
                </a:extLst>
              </p:cNvPr>
              <p:cNvSpPr/>
              <p:nvPr/>
            </p:nvSpPr>
            <p:spPr>
              <a:xfrm>
                <a:off x="4985777" y="3681273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D8028B3-4295-0212-AC39-CE78CA520E04}"/>
                  </a:ext>
                </a:extLst>
              </p:cNvPr>
              <p:cNvSpPr txBox="1"/>
              <p:nvPr/>
            </p:nvSpPr>
            <p:spPr>
              <a:xfrm>
                <a:off x="5051046" y="3792441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D58051B-748C-5BB3-038A-4B4E9C8B6CCF}"/>
                </a:ext>
              </a:extLst>
            </p:cNvPr>
            <p:cNvGrpSpPr/>
            <p:nvPr/>
          </p:nvGrpSpPr>
          <p:grpSpPr>
            <a:xfrm>
              <a:off x="6264498" y="3581950"/>
              <a:ext cx="2172391" cy="968287"/>
              <a:chOff x="6264498" y="3581950"/>
              <a:chExt cx="2172391" cy="968287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EFB356-7EB0-500E-C4AF-E7191A05FFBA}"/>
                  </a:ext>
                </a:extLst>
              </p:cNvPr>
              <p:cNvSpPr txBox="1"/>
              <p:nvPr/>
            </p:nvSpPr>
            <p:spPr>
              <a:xfrm>
                <a:off x="6264499" y="3581950"/>
                <a:ext cx="21723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spc="3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下一步计划</a:t>
                </a:r>
                <a:endParaRPr lang="zh-CN" altLang="en-US" sz="2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B5AA6DA-DDD0-4026-6BAB-0E80B4D41775}"/>
                  </a:ext>
                </a:extLst>
              </p:cNvPr>
              <p:cNvSpPr txBox="1"/>
              <p:nvPr/>
            </p:nvSpPr>
            <p:spPr>
              <a:xfrm>
                <a:off x="6264498" y="4150127"/>
                <a:ext cx="19800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accent1">
                        <a:alpha val="8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下一步学习计划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036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EF20-BBB2-E185-FC60-E7AAED36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1433D1-43E8-DD0D-F46A-26D76DDFCF71}"/>
              </a:ext>
            </a:extLst>
          </p:cNvPr>
          <p:cNvSpPr txBox="1"/>
          <p:nvPr/>
        </p:nvSpPr>
        <p:spPr>
          <a:xfrm>
            <a:off x="884712" y="3274178"/>
            <a:ext cx="5783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DSOCOL</a:t>
            </a:r>
            <a:r>
              <a:rPr lang="zh-CN" altLang="en-US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7D195E-49A5-BE26-7ACE-876E14C983F8}"/>
              </a:ext>
            </a:extLst>
          </p:cNvPr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dirty="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b="1" dirty="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1EE156-4555-7771-BA2D-E79A158707DE}"/>
              </a:ext>
            </a:extLst>
          </p:cNvPr>
          <p:cNvSpPr txBox="1"/>
          <p:nvPr/>
        </p:nvSpPr>
        <p:spPr>
          <a:xfrm>
            <a:off x="964008" y="4388079"/>
            <a:ext cx="5131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spc="600" dirty="0">
                <a:solidFill>
                  <a:schemeClr val="accent1">
                    <a:alpha val="7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多目标优化算法阅读与复现</a:t>
            </a:r>
            <a:endParaRPr lang="zh-CN" altLang="en-US" sz="2000" i="0" spc="600" dirty="0">
              <a:solidFill>
                <a:schemeClr val="accent1">
                  <a:alpha val="7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9EE3D15-860F-2522-D80C-B6F4928C01AF}"/>
              </a:ext>
            </a:extLst>
          </p:cNvPr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E174531-0021-67FC-C7DD-5D263886F71A}"/>
              </a:ext>
            </a:extLst>
          </p:cNvPr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039C79-B0DA-AF87-F7F3-92D4E2096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1" r="4391"/>
          <a:stretch/>
        </p:blipFill>
        <p:spPr>
          <a:xfrm>
            <a:off x="6984864" y="2471664"/>
            <a:ext cx="1728002" cy="189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6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9D9E0-0B2A-A6EF-9BA0-B807EF1D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B5EC128-0E5C-A68A-764B-AB353D434D76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B4F2AD-D7DF-B281-90EB-D72C4179B993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C197A2-1D44-9B0D-37E7-D071092A5B8B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64BF46-CC27-6567-4252-43612DA55778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62CBEE5-A8BA-3A78-D598-AB05FE903472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A841EB3-E7E0-1CFE-402E-6505AD5060F2}"/>
              </a:ext>
            </a:extLst>
          </p:cNvPr>
          <p:cNvCxnSpPr/>
          <p:nvPr/>
        </p:nvCxnSpPr>
        <p:spPr>
          <a:xfrm>
            <a:off x="7476557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B593A49-351E-5A0F-66E1-50BED0FF470C}"/>
              </a:ext>
            </a:extLst>
          </p:cNvPr>
          <p:cNvCxnSpPr/>
          <p:nvPr/>
        </p:nvCxnSpPr>
        <p:spPr>
          <a:xfrm>
            <a:off x="9852058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3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9D64-E1D5-C207-BF85-70690CE7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32E6B15-424C-5867-88F0-CDE9F8879E43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83B2F0-8CAB-B6DE-48CC-E0FBC9AFE00A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D5A76C-4551-8A0C-889C-084E8FDC9A38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098C5C-47C8-DA32-3D41-EE9DC674F3F4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5FE80F2-7265-0C2B-AF5D-D7860C5F746C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58D3E47-4A7F-2E26-BAAC-AC3A78949227}"/>
              </a:ext>
            </a:extLst>
          </p:cNvPr>
          <p:cNvCxnSpPr/>
          <p:nvPr/>
        </p:nvCxnSpPr>
        <p:spPr>
          <a:xfrm>
            <a:off x="2731801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B4CF518-70E6-7DBC-9AEC-F6C0453366DA}"/>
              </a:ext>
            </a:extLst>
          </p:cNvPr>
          <p:cNvCxnSpPr/>
          <p:nvPr/>
        </p:nvCxnSpPr>
        <p:spPr>
          <a:xfrm>
            <a:off x="9852058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08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91D5-7A4D-991C-18E5-6CD5B284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F0CA557-79A0-A37B-B086-CACBB5BDC6E5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901274-88A9-1582-B0EE-E57317B733EA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DFB9AB-E463-01DD-1FEE-8708F7B3CFF5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9F8A1E-AB18-8C52-8874-13EA5B3E708A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BB7845E-2F37-B754-5E2F-CB7258C4FCD3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E7E4C8D-5334-1CBC-F5FC-A2016CF50C0E}"/>
              </a:ext>
            </a:extLst>
          </p:cNvPr>
          <p:cNvCxnSpPr/>
          <p:nvPr/>
        </p:nvCxnSpPr>
        <p:spPr>
          <a:xfrm>
            <a:off x="2731801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26C0032-F47D-3A18-BCEE-5A1C9AF8F57F}"/>
              </a:ext>
            </a:extLst>
          </p:cNvPr>
          <p:cNvCxnSpPr/>
          <p:nvPr/>
        </p:nvCxnSpPr>
        <p:spPr>
          <a:xfrm>
            <a:off x="5112418" y="1424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671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48F0-EB66-1958-B579-3075134B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F442EF3-0AEE-12CB-6255-03E81152F2D1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54A338-6082-B2CF-A60F-1306B22DCD3B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E2E12B-5C92-F64F-B814-4C9C2F9387D3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F1514E-F1D8-82DE-5F07-B01ACAB5FAE0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186806-7418-6C1C-2F24-3E05425B1758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F3E4967-6378-A027-0B47-579A0C3BF662}"/>
              </a:ext>
            </a:extLst>
          </p:cNvPr>
          <p:cNvCxnSpPr/>
          <p:nvPr/>
        </p:nvCxnSpPr>
        <p:spPr>
          <a:xfrm>
            <a:off x="2731801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A530ABE-DA1A-3511-0195-9CD3FE44A2A4}"/>
              </a:ext>
            </a:extLst>
          </p:cNvPr>
          <p:cNvCxnSpPr/>
          <p:nvPr/>
        </p:nvCxnSpPr>
        <p:spPr>
          <a:xfrm>
            <a:off x="5112418" y="1424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C3911C-D7FD-17ED-F0DD-64579A41735C}"/>
              </a:ext>
            </a:extLst>
          </p:cNvPr>
          <p:cNvCxnSpPr/>
          <p:nvPr/>
        </p:nvCxnSpPr>
        <p:spPr>
          <a:xfrm>
            <a:off x="7482659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86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B400-844C-5A04-D96E-8E1FEABA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CD9040-296F-731A-3B3A-B52D6489B5CF}"/>
              </a:ext>
            </a:extLst>
          </p:cNvPr>
          <p:cNvSpPr txBox="1"/>
          <p:nvPr/>
        </p:nvSpPr>
        <p:spPr>
          <a:xfrm>
            <a:off x="884712" y="3274178"/>
            <a:ext cx="5144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CCMTO</a:t>
            </a:r>
            <a:r>
              <a:rPr lang="zh-CN" altLang="en-US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0E1F64-77B4-03A1-57FD-4D0395DD6263}"/>
              </a:ext>
            </a:extLst>
          </p:cNvPr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9600" b="1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7806C3-CA09-9FAE-9E46-4C23C837E313}"/>
              </a:ext>
            </a:extLst>
          </p:cNvPr>
          <p:cNvSpPr txBox="1"/>
          <p:nvPr/>
        </p:nvSpPr>
        <p:spPr>
          <a:xfrm>
            <a:off x="964007" y="4388079"/>
            <a:ext cx="5065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i="0" spc="600" dirty="0">
                <a:solidFill>
                  <a:schemeClr val="accent1">
                    <a:alpha val="7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大规模优化算法阅读与复现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A2861484-B83F-A869-D9E8-7DCE0A670CBC}"/>
              </a:ext>
            </a:extLst>
          </p:cNvPr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EC3DBF9-D901-0817-1C1F-51874D93D817}"/>
              </a:ext>
            </a:extLst>
          </p:cNvPr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BFF5FA-B722-F84F-C8A2-A3430E4E8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1" r="4391"/>
          <a:stretch/>
        </p:blipFill>
        <p:spPr>
          <a:xfrm>
            <a:off x="6984864" y="2471664"/>
            <a:ext cx="1728002" cy="189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86E6-2329-B2BD-3845-A5DF5E88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E17E593-5DF2-C162-CBE8-ED9B421E66FA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829996-2820-FF9E-BBA1-ED644145DDEB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CC0349-9D59-5E1A-D6EC-8689981D08D9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5D5256-B57E-B63B-B316-D24AB7765940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817278A-B445-0835-3E17-75F5DBB03109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76A77D8-2F40-6E76-7364-67E8A575B0E6}"/>
              </a:ext>
            </a:extLst>
          </p:cNvPr>
          <p:cNvCxnSpPr/>
          <p:nvPr/>
        </p:nvCxnSpPr>
        <p:spPr>
          <a:xfrm>
            <a:off x="7476557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09238CD-0521-9214-0CCC-7B1A910C0672}"/>
              </a:ext>
            </a:extLst>
          </p:cNvPr>
          <p:cNvCxnSpPr/>
          <p:nvPr/>
        </p:nvCxnSpPr>
        <p:spPr>
          <a:xfrm>
            <a:off x="9852058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4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ADAD-ACB1-D6B6-9C1B-64382F8F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5045156-3659-8426-FC8B-75B788DFA4E3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28E028-9E07-0632-1DBE-2C2959E903BC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A56EB7-F52C-A28F-67CC-78914840AFD8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04C1AC-519A-D967-7E5F-CBDAF6D2028F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47B5F-2DCF-1021-2F53-1E36937512D1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6438CB4-14C2-8832-418D-9ADCA7A4676A}"/>
              </a:ext>
            </a:extLst>
          </p:cNvPr>
          <p:cNvCxnSpPr/>
          <p:nvPr/>
        </p:nvCxnSpPr>
        <p:spPr>
          <a:xfrm>
            <a:off x="2731801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6CEB673-6950-0A76-495F-3D56F9A91B77}"/>
              </a:ext>
            </a:extLst>
          </p:cNvPr>
          <p:cNvCxnSpPr/>
          <p:nvPr/>
        </p:nvCxnSpPr>
        <p:spPr>
          <a:xfrm>
            <a:off x="9852058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20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AF67-9929-7D3B-8C60-A098FE6C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2D9EF9F-BC55-DAEB-9A3D-49942B21E50A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BA014E-3CE8-E8D0-23ED-4ED7CFA6537F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A34FAA-9BAB-4E7A-8174-D20530B860BC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D7538A-E889-74C3-1B64-44170766360F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CB9C0F0-5ECD-3F38-CFEC-9CB962C82DDF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2627960-7458-731D-72C7-A1C36E392A95}"/>
              </a:ext>
            </a:extLst>
          </p:cNvPr>
          <p:cNvCxnSpPr/>
          <p:nvPr/>
        </p:nvCxnSpPr>
        <p:spPr>
          <a:xfrm>
            <a:off x="2731801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46C76E1-5D87-640E-920B-2E5905D5CE93}"/>
              </a:ext>
            </a:extLst>
          </p:cNvPr>
          <p:cNvCxnSpPr/>
          <p:nvPr/>
        </p:nvCxnSpPr>
        <p:spPr>
          <a:xfrm>
            <a:off x="5112418" y="1424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3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0DEB4-5709-BAE6-0205-5C04C0B5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7372E104-664E-E043-EE4C-027887CA8865}"/>
              </a:ext>
            </a:extLst>
          </p:cNvPr>
          <p:cNvSpPr/>
          <p:nvPr/>
        </p:nvSpPr>
        <p:spPr>
          <a:xfrm>
            <a:off x="27706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论文简介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148FAF-019B-96F6-629A-44DEE3B06158}"/>
              </a:ext>
            </a:extLst>
          </p:cNvPr>
          <p:cNvSpPr/>
          <p:nvPr/>
        </p:nvSpPr>
        <p:spPr>
          <a:xfrm>
            <a:off x="751554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27B52B-E511-5138-DF98-58DA2BAEC4DD}"/>
              </a:ext>
            </a:extLst>
          </p:cNvPr>
          <p:cNvSpPr/>
          <p:nvPr/>
        </p:nvSpPr>
        <p:spPr>
          <a:xfrm>
            <a:off x="9888000" y="-1511"/>
            <a:ext cx="2304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7D8C60-9879-7F75-03FA-B3BB18693107}"/>
              </a:ext>
            </a:extLst>
          </p:cNvPr>
          <p:cNvSpPr/>
          <p:nvPr/>
        </p:nvSpPr>
        <p:spPr>
          <a:xfrm>
            <a:off x="5143099" y="-1511"/>
            <a:ext cx="2304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算法理解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D918F7F-CAFA-72A2-7732-56668962D331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2B3B29D-1A2D-D633-DE09-D0A7B643E518}"/>
              </a:ext>
            </a:extLst>
          </p:cNvPr>
          <p:cNvCxnSpPr/>
          <p:nvPr/>
        </p:nvCxnSpPr>
        <p:spPr>
          <a:xfrm>
            <a:off x="2731801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9213D73-A5EE-3D20-A478-CA49141E2F88}"/>
              </a:ext>
            </a:extLst>
          </p:cNvPr>
          <p:cNvCxnSpPr/>
          <p:nvPr/>
        </p:nvCxnSpPr>
        <p:spPr>
          <a:xfrm>
            <a:off x="5112418" y="1424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2DC862E-308A-9B02-E041-83FB1E732D85}"/>
              </a:ext>
            </a:extLst>
          </p:cNvPr>
          <p:cNvCxnSpPr/>
          <p:nvPr/>
        </p:nvCxnSpPr>
        <p:spPr>
          <a:xfrm>
            <a:off x="7482659" y="131889"/>
            <a:ext cx="0" cy="39600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204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A103-3752-D562-9231-6B19E217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DD7FCA-6FC4-DBB7-B920-64E1F55E1AD1}"/>
              </a:ext>
            </a:extLst>
          </p:cNvPr>
          <p:cNvSpPr txBox="1"/>
          <p:nvPr/>
        </p:nvSpPr>
        <p:spPr>
          <a:xfrm>
            <a:off x="884712" y="3274178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00D226-29EB-279B-920C-9BEA86F77AC5}"/>
              </a:ext>
            </a:extLst>
          </p:cNvPr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9600" b="1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A3D908-1B3E-96E4-45A0-8FE464F459C4}"/>
              </a:ext>
            </a:extLst>
          </p:cNvPr>
          <p:cNvSpPr txBox="1"/>
          <p:nvPr/>
        </p:nvSpPr>
        <p:spPr>
          <a:xfrm>
            <a:off x="964008" y="4388079"/>
            <a:ext cx="3526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i="0" spc="600" dirty="0">
                <a:solidFill>
                  <a:schemeClr val="accent1">
                    <a:alpha val="7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下一步学习计划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73E470B-857B-3531-DED5-18006C8C2CBC}"/>
              </a:ext>
            </a:extLst>
          </p:cNvPr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209C300-F852-590C-AA1B-45909E9D061E}"/>
              </a:ext>
            </a:extLst>
          </p:cNvPr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75D90A-FA06-8B64-015E-F1766F255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1" r="4391"/>
          <a:stretch/>
        </p:blipFill>
        <p:spPr>
          <a:xfrm>
            <a:off x="6984864" y="2471664"/>
            <a:ext cx="1728002" cy="189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14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93F9-57EB-4A32-3531-95A67F9B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CE7BAB2-3C45-4446-FD16-5886F06B119C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686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43E6-A22B-1833-A9BA-4272D335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5FEB01-24AF-A70C-2122-448949F83FF9}"/>
              </a:ext>
            </a:extLst>
          </p:cNvPr>
          <p:cNvSpPr/>
          <p:nvPr/>
        </p:nvSpPr>
        <p:spPr>
          <a:xfrm rot="10800000" flipH="1" flipV="1">
            <a:off x="5192105" y="5283701"/>
            <a:ext cx="1800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曾靖</a:t>
            </a:r>
            <a:endParaRPr lang="zh-CN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C1B6E-5C1C-8F31-88EE-115CA6118C7B}"/>
              </a:ext>
            </a:extLst>
          </p:cNvPr>
          <p:cNvSpPr txBox="1"/>
          <p:nvPr/>
        </p:nvSpPr>
        <p:spPr>
          <a:xfrm>
            <a:off x="2152565" y="3466453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敬请老师批评指正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3DBC1FA9-7B3C-D878-6FF2-3ED059AC94BE}"/>
              </a:ext>
            </a:extLst>
          </p:cNvPr>
          <p:cNvSpPr/>
          <p:nvPr/>
        </p:nvSpPr>
        <p:spPr>
          <a:xfrm>
            <a:off x="-3895" y="565150"/>
            <a:ext cx="12192000" cy="2284384"/>
          </a:xfrm>
          <a:custGeom>
            <a:avLst/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  <a:gd name="connsiteX7" fmla="*/ 0 w 12192000"/>
              <a:gd name="connsiteY7" fmla="*/ 0 h 2711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1"/>
              </a:gs>
              <a:gs pos="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087214-9AF4-BCA2-3FAD-5F69439E6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6" b="33336"/>
          <a:stretch/>
        </p:blipFill>
        <p:spPr>
          <a:xfrm>
            <a:off x="-973" y="-18641"/>
            <a:ext cx="12192000" cy="2711737"/>
          </a:xfrm>
          <a:custGeom>
            <a:avLst/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close/>
              </a:path>
            </a:pathLst>
          </a:cu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DB4003C-BBCA-7840-0AC1-FCF6E73FDE44}"/>
              </a:ext>
            </a:extLst>
          </p:cNvPr>
          <p:cNvSpPr/>
          <p:nvPr/>
        </p:nvSpPr>
        <p:spPr>
          <a:xfrm>
            <a:off x="-3895" y="-18641"/>
            <a:ext cx="12192000" cy="2711737"/>
          </a:xfrm>
          <a:custGeom>
            <a:avLst/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  <a:gd name="connsiteX7" fmla="*/ 0 w 12192000"/>
              <a:gd name="connsiteY7" fmla="*/ 0 h 2711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302A32-FADC-3117-A2F1-F070C7ADE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7589" y="1099569"/>
            <a:ext cx="4097833" cy="96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10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74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8161E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5682</TotalTime>
  <Words>159</Words>
  <Application>Microsoft Macintosh PowerPoint</Application>
  <PresentationFormat>宽屏</PresentationFormat>
  <Paragraphs>66</Paragraphs>
  <Slides>15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Jing Zeng</cp:lastModifiedBy>
  <cp:revision>586</cp:revision>
  <dcterms:created xsi:type="dcterms:W3CDTF">2025-05-12T09:52:44Z</dcterms:created>
  <dcterms:modified xsi:type="dcterms:W3CDTF">2026-08-22T16:33:34Z</dcterms:modified>
</cp:coreProperties>
</file>